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72" r:id="rId8"/>
    <p:sldId id="261" r:id="rId9"/>
    <p:sldId id="262" r:id="rId10"/>
    <p:sldId id="263" r:id="rId11"/>
    <p:sldId id="271" r:id="rId12"/>
    <p:sldId id="273" r:id="rId13"/>
    <p:sldId id="264" r:id="rId14"/>
    <p:sldId id="265" r:id="rId15"/>
    <p:sldId id="266" r:id="rId16"/>
    <p:sldId id="268" r:id="rId17"/>
    <p:sldId id="270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4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0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9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0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8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3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2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4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8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3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76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1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22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30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4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7844" y="630055"/>
            <a:ext cx="10239302" cy="26161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PROJECT FOR MOOD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3684" y="3839952"/>
            <a:ext cx="9144000" cy="1027430"/>
          </a:xfrm>
        </p:spPr>
        <p:txBody>
          <a:bodyPr/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THRISHA REDDY KUMBAM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b="1" u="sng" dirty="0"/>
              <a:t>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20575"/>
            <a:ext cx="10018713" cy="427062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multiclass neural network classifier to detect mood states from structured input data.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'mood' includes multiple emotional classes like Happy, Sad, etc.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Create a generalizable and explainable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11554"/>
            <a:ext cx="10018713" cy="1752599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3591" y="1376737"/>
            <a:ext cx="10558409" cy="498516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over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00 song records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each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18+ audio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danceability,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acousticness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energy, valence, tempo, etc.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label mood is a multi-class variable with moods like Happy, Sad, Energetic, etc.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crowd-sourced, reflecting multiple users’ mood tagging from music metadata platforms.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ideal for machine learning due to its structure, size, and real-world relevance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462" y="73025"/>
            <a:ext cx="10018713" cy="1200971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0589" y="1291368"/>
            <a:ext cx="9725468" cy="4498975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 irrelevant columns: name, album, artist, id, and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release_date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removed.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was applied to convert categorical mood into numerical values.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continuous features like tempo, energy, and valence.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all feature types were numerical floats to support neural network operations.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Train-Test-Validation split was performed as 70% train, 15% validation, 15% test using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462" y="1"/>
            <a:ext cx="10018713" cy="1171254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1700" y="1171255"/>
            <a:ext cx="5982142" cy="2393878"/>
          </a:xfrm>
        </p:spPr>
        <p:txBody>
          <a:bodyPr>
            <a:noAutofit/>
          </a:bodyPr>
          <a:lstStyle/>
          <a:p>
            <a:pPr marL="457200" marR="0" lvl="0" indent="-45720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Distribution: </a:t>
            </a:r>
          </a:p>
          <a:p>
            <a:pPr algn="just" rtl="0">
              <a:buNone/>
            </a:pPr>
            <a:r>
              <a:rPr lang="en-US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Plotted the frequency of each mood in the dataset.</a:t>
            </a:r>
          </a:p>
          <a:p>
            <a:pPr algn="just" rtl="0">
              <a:buNone/>
            </a:pPr>
            <a:r>
              <a:rPr lang="en-US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check if the data was balanced across mood categories.</a:t>
            </a:r>
          </a:p>
          <a:p>
            <a:pPr algn="just" rtl="0">
              <a:buNone/>
            </a:pPr>
            <a:r>
              <a:rPr lang="en-US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mood classes were relatively balanced, allowing fair training without bias toward any class.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8B53BA4-E701-4B38-1D53-E66778C56C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37698" y="1071510"/>
            <a:ext cx="3912717" cy="2202951"/>
          </a:xfr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50FA522-4ECD-A163-885A-1FE1A0DEC0FA}"/>
              </a:ext>
            </a:extLst>
          </p:cNvPr>
          <p:cNvSpPr txBox="1"/>
          <p:nvPr/>
        </p:nvSpPr>
        <p:spPr>
          <a:xfrm>
            <a:off x="2794570" y="3429000"/>
            <a:ext cx="9072081" cy="327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Boxplots &amp; KDEs: 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boxplots and Kernel Density Estimation (KDE) plots for each numerical feature, grouped by mood.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features like valence, energy, and tempo vary across moods and to detect outliers.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moods (e.g., Calm) had lower energy and tempo values, while others (like Energetic) showed higher values.</a:t>
            </a:r>
          </a:p>
          <a:p>
            <a:pPr marR="0"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Chart: </a:t>
            </a:r>
          </a:p>
          <a:p>
            <a:pPr marL="0" marR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radar charts to compare the average values of features for each mood.</a:t>
            </a:r>
          </a:p>
          <a:p>
            <a:pPr marL="0" marR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how different moods are characterized by specific feature patterns.</a:t>
            </a:r>
          </a:p>
          <a:p>
            <a:pPr marL="0" marR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"Energetic" had high values for energy and tempo, while "Calm" had higher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acousticness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9687-0327-67D8-9C58-4C6DB3F7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116C-E24F-226D-64E3-888DA56B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462" y="1"/>
            <a:ext cx="10018713" cy="1171254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1D41-1FB8-EDE5-D78E-B185B2611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171255"/>
            <a:ext cx="6190484" cy="5198723"/>
          </a:xfrm>
        </p:spPr>
        <p:txBody>
          <a:bodyPr>
            <a:normAutofit fontScale="85000" lnSpcReduction="10000"/>
          </a:bodyPr>
          <a:lstStyle/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Correlation Matrix: 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and visualized correlations between features.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highly correlated features (multicollinearity), which can impact model performance.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found between valence and energy, suggesting some redundancy.</a:t>
            </a:r>
          </a:p>
          <a:p>
            <a:pPr marL="0" marR="0" lvl="0" indent="0" algn="just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helped refine feature selection and informed model architecture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A0D2B-7429-D00E-BF92-4BE97574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74" y="1697804"/>
            <a:ext cx="4115184" cy="269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3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30996"/>
            <a:ext cx="10018713" cy="1752599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Neural Network?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46716" y="1652848"/>
            <a:ext cx="10018713" cy="469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like Random Forests are not ideal for capturing nonlinear interactions in continuous features.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DNNs allow layer-wise abstraction, suitable for relationships between mood and features like energy &amp; valence.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scalable, regularizable, and offer better performance on audio-based data.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sufficient size for deep learning generalization.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manually with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tf.GradientTape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for full control and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752599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5105" y="1469204"/>
            <a:ext cx="9437917" cy="4900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Layer: All normalized features.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 → Dropout(0.3)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Dense(64) → Dropout(0.2)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Dense(5),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mood classification.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Categorical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Adam (adaptive learning for faster convergence)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capturing moderate complexity in feature-mood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7980"/>
            <a:ext cx="10018713" cy="1752599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Alternate Model: Wider Network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2013735" y="1580004"/>
            <a:ext cx="9786378" cy="427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Layers: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Dense(256) → Dropout(0.3) →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 → Dropout(0.2) →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capacity enables modeling more complex mood profiles, especially useful for overlapping classes.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additional width improved class-wise precision and recall over the base model.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for overfitting; dropout kept regularization effective.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9351"/>
            <a:ext cx="10018713" cy="1752599"/>
          </a:xfrm>
        </p:spPr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Details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sz="half" idx="1"/>
          </p:nvPr>
        </p:nvSpPr>
        <p:spPr bwMode="auto">
          <a:xfrm>
            <a:off x="1885861" y="1872946"/>
            <a:ext cx="538597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28600"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were trained with manual gradient updates using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tf.GradientTape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training &amp; validation accuracy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over epochs.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model showed faster and smoother convergence, with validation loss stabilizing early.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logs helped determine early stopping point to prevent overfitting.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03F049-0EF1-EB50-0E5D-93C585DB8C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30957" y="1515867"/>
            <a:ext cx="2783191" cy="222606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B0F0D8-0949-4462-0315-1F518879E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151" y="3968937"/>
            <a:ext cx="2783191" cy="24390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8558" y="130996"/>
            <a:ext cx="10018713" cy="1752599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- Classification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47299" y="1874729"/>
            <a:ext cx="882550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achieved:</a:t>
            </a:r>
          </a:p>
          <a:p>
            <a:pPr lvl="1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~0.89, Recall ~0.88, F1 ~0.88 (macro-averaged).</a:t>
            </a:r>
          </a:p>
          <a:p>
            <a:pPr lvl="1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per-class performance: e.g., Happy → 91% precision.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performance across all mood classes confirms generalization.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59769"/>
            <a:ext cx="10018713" cy="1752599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-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002" y="1988904"/>
            <a:ext cx="10018713" cy="312420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confusions occurred between similar mood labels like Sad vs Calm.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misclassifications in Energetic, which had strong feature separability.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validated EDA observations and justified model complexity.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Performance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993187" y="2385637"/>
            <a:ext cx="9088470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model: Wider Network (Dense 256 → 128 + Dropout).</a:t>
            </a:r>
          </a:p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accuracy, minimal overfitting, and robust generalization.</a:t>
            </a:r>
          </a:p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Addressed all checklist requirements including explainability, validation, and stability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Model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16476" y="2147299"/>
            <a:ext cx="9386547" cy="433569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neural network fits dataset’s nonlinear, high-dimensional feature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via Dropout improved training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reached an accuracy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test data, demonstrating solid and reliable performance across all mood categories.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than CNNs/RNNs, more powerful than logistic models for mood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class-level performance and explainability made it optimal for deployment.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25625"/>
            <a:ext cx="5439003" cy="4351338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training and validation performance achieved.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chosen based on evaluation metrics.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meets robustness, generalization, and transparency.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580" y="2236591"/>
            <a:ext cx="4695687" cy="37805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Design Decisions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61658" y="2387990"/>
            <a:ext cx="10018713" cy="252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mood labels: Normalized and verified class balance.</a:t>
            </a:r>
          </a:p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search: Compared depth vs. width — width offered better accuracy.</a:t>
            </a:r>
          </a:p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training loop: Enabled metric control, logging, and dynamic evaluation.</a:t>
            </a:r>
          </a:p>
          <a:p>
            <a:pPr marR="0" lvl="0" fontAlgn="base">
              <a:spcAft>
                <a:spcPct val="0"/>
              </a:spcAft>
              <a:buClrTx/>
              <a:buSz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 batch size, learning rate carefully to match data scale and convergence.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84961" y="2474684"/>
            <a:ext cx="9902881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features: danceability, energy, valence, tempo,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acousticness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directly correlate with emotional tone — e.g., high valence → happy, low tempo → sad.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 identifiers like artist, album, etc., which had no predictive value.</a:t>
            </a:r>
          </a:p>
          <a:p>
            <a:pPr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correlation and EDA confirmed their relevance for mood prediction.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99361"/>
            <a:ext cx="10018713" cy="1752599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Visuals and Technical Interpretation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00718" y="1923546"/>
            <a:ext cx="956738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Boxplots per mood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show feature distributions.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Radar chart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profile of each mood.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remove redundant features.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visual was interpreted: e.g., Happy had high valence and energy, validating feature importance.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Used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77429" y="2031021"/>
            <a:ext cx="9010314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stable convergence.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Dropout: 0.3 &amp; 0.2 helped avoid overfitting on high-capacity layers.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Units per layer: 128/64 in base, 256/128 in wider model based on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trial + validation accuracy.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size and epochs tuned to avoid instability or underfitting.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43450-7E83-624B-240A-0A3720C0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5EA3DEE-5285-5C18-2F84-5BB121F47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9114" y="2536302"/>
            <a:ext cx="7130143" cy="1189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188745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169</TotalTime>
  <Words>1143</Words>
  <Application>Microsoft Office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Corbel</vt:lpstr>
      <vt:lpstr>Times New Roman</vt:lpstr>
      <vt:lpstr>Parallax</vt:lpstr>
      <vt:lpstr>NEURAL NETWORK PROJECT FOR MOOD CLASSIFICATION</vt:lpstr>
      <vt:lpstr>PROBLEM STATEMENT</vt:lpstr>
      <vt:lpstr>Dataset Overview</vt:lpstr>
      <vt:lpstr>Data Preprocessing</vt:lpstr>
      <vt:lpstr>Exploratory Data Analysis (EDA)</vt:lpstr>
      <vt:lpstr>Exploratory Data Analysis (EDA)</vt:lpstr>
      <vt:lpstr>Why Neural Network?</vt:lpstr>
      <vt:lpstr>Base Model Architecture</vt:lpstr>
      <vt:lpstr>Alternate Model: Wider Network</vt:lpstr>
      <vt:lpstr>Training Details</vt:lpstr>
      <vt:lpstr>Model Evaluation - Classification Report</vt:lpstr>
      <vt:lpstr>Model Evaluation - Confusion Matrix</vt:lpstr>
      <vt:lpstr>Training Performance</vt:lpstr>
      <vt:lpstr>Chosen Model</vt:lpstr>
      <vt:lpstr>Final Model Summary</vt:lpstr>
      <vt:lpstr>Challenges &amp; Design Decisions</vt:lpstr>
      <vt:lpstr>Feature Selection</vt:lpstr>
      <vt:lpstr>EDA Visuals and Technical Interpretation</vt:lpstr>
      <vt:lpstr>Hyperparameter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Thrisha Reddy Kumbam</cp:lastModifiedBy>
  <cp:revision>10</cp:revision>
  <dcterms:created xsi:type="dcterms:W3CDTF">2013-01-27T09:14:00Z</dcterms:created>
  <dcterms:modified xsi:type="dcterms:W3CDTF">2025-05-06T03:28:27Z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85F59371AD244518B43C6391BDE7B6CC_12</vt:lpwstr>
  </property>
  <property fmtid="{D5CDD505-2E9C-101B-9397-08002B2CF9AE}" pid="3" name="KSOProductBuildVer">
    <vt:lpwstr>1033-12.2.0.20795</vt:lpwstr>
  </property>
</Properties>
</file>